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20F8-664F-8FCA-1AA3-3A7D81406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DD320-D15F-0871-A235-1C880C8830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45778-269C-5662-1213-C0A0B74D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3E4EA-B49C-36B7-A043-E4731FBF2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0CD2E-6E13-A326-5E3F-ED866773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48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4E6FD-B1CA-8FE2-B222-3AA4BADC3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E3EEE-EA7D-7062-BA53-AC9A6AEA5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3853C-F069-502F-1388-B85B643D6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71E6-614F-376E-AD58-EE0EB94C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C6210-8CA7-5A43-570F-DEC985057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86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1CDA-3B18-6236-7365-B00EBBC5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9B187-67D9-1223-C5AE-662479F2B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271E2-255C-A691-3E49-76D776187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52F1A-ED13-C2A9-68CB-917B5F57C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DC7D-5697-A005-0653-A5811792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190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AD0F4-548C-59B5-3177-815FE25AB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CA145-77CC-7F52-C683-D02CBC1DC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2F180-7F06-0C6C-9859-8409CAEB13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DF403-73DD-0988-D8C8-E52E49B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A5A7A-DAD6-FAC2-0824-81799AA3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C941-BC95-6167-5A1A-4C57A8B7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02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0E9F-45BB-3710-EFA4-9A5071DE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02002-1864-C029-3E02-C3B789A0E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75C74-2E60-8B24-EB72-983477C45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48FA0F-BB23-20C3-860B-2F6E69A8DC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B2973B-0F9E-5312-F997-226724C9F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F7305-4FD7-A07A-FF4F-874751C1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7A18E2-7D94-95AC-D06C-E56779946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CE734-3634-BEEE-74AD-325706F8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92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04265-B58B-F357-B7B4-ADA065FC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463C4E-ACFD-9148-5556-1A790AD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03F0B-81FC-4AE9-85AA-6B33FA77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F64AEC-60EC-B8F9-41E6-6CA77218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79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1FAB4-A6D6-A12E-F881-D11313780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BB81C-82D2-9E4A-9B9A-9C949751F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70CCD-0E0B-60DC-EAA8-ED20F3406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83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118C-8961-890F-E53A-F09BB8DF3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87CAE-1526-086D-5CEC-A4E182EF6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01191-406B-CBE5-0BAF-F2E54A122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D64C1-F722-1AE0-E7E1-74E89846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D47371-EDF5-482E-76E5-3CEAB560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CEE34-85EB-568B-1C20-696BA46C8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4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2B89-8479-6804-C188-1D7D7CBD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18F30-C24C-121A-83A3-60876AF1C9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A4924-4FE4-9124-C863-1EB74F08E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19E02-559B-0A05-B669-6AAC288E0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D99FA-6003-3FCB-3323-E9C9286F5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57C69-EC19-2D07-3BCA-347FFAC3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58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EDE4-45B2-2A8B-DC07-71A52408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5F69A-80DA-411A-0ED2-6410E088A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B3A3F-54BF-5D74-C832-06DAD11C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F9ADC-DAB9-BDC2-174A-70BA8E4B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24CF9-D265-7697-E911-962D4EF3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66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D91E65-3AA0-4CF8-8EDE-3DD128A2E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E198FC-24D6-D497-B0EA-4AC1013C8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7CC6A-F444-11CD-5A62-A8D63FC6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65B6D-B807-7F60-81F9-CFD00E9C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03AC8-50A0-55BE-53CE-452F637B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091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B4C995-4455-72C8-877C-E7FBB1BA5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38590-21F3-2E51-354F-8355FB1B7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1C7BB-9406-4DAE-321F-E5E69B9D9E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58892-C2C0-4CE5-91D7-42AD3E28C131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6FC4B-04A2-52B0-4275-CE3DC214B4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B30AB-9CF4-27FB-20BC-10430C797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00F76-4E15-4671-8C15-AB16F66F6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238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61B7-7929-CAE6-E82A-D3585693D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0943A-9580-847C-0796-38B1BD491A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99AE5-660D-5928-D929-D4C509BBE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37" y="0"/>
            <a:ext cx="1151732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D67450-8293-D0B2-B7CE-838AD46F6A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46" y="0"/>
            <a:ext cx="1142070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0188B4-CDE7-EEDB-1875-C605AEDE8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37" y="0"/>
            <a:ext cx="11517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44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342D-E6C0-77A4-D446-B9A54DB4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8443BB-4E97-5530-3515-DF079ABE7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638" y="199103"/>
            <a:ext cx="11836723" cy="645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5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subitsha jeganathan</dc:creator>
  <cp:lastModifiedBy>subitsha jeganathan</cp:lastModifiedBy>
  <cp:revision>1</cp:revision>
  <dcterms:created xsi:type="dcterms:W3CDTF">2026-04-22T12:55:53Z</dcterms:created>
  <dcterms:modified xsi:type="dcterms:W3CDTF">2026-04-22T12:56:36Z</dcterms:modified>
</cp:coreProperties>
</file>